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302" y="28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22/05/2025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25" y="2440000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24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INCLUSÃO DIGITAL E DESIGUALDADES SOCIAIS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6619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</a:t>
            </a: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Leonardo Castilho Bezerra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Jonathan Buono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Alessandro Manoel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6026521"/>
            <a:ext cx="304512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0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7475" y="3622457"/>
            <a:ext cx="3045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Inclusão digital. Exclusão social. Evidências científicas.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 b="1">
                <a:latin typeface="Verdana" pitchFamily="34" charset="0"/>
                <a:ea typeface="Verdana" pitchFamily="34" charset="0"/>
              </a:rPr>
              <a:t xml:space="preserve">Problemática: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o que as pesquisas conseguem comprovar sobre os efeitos sociais da inclusão digital?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 b="1">
                <a:latin typeface="Verdana" pitchFamily="34" charset="0"/>
                <a:ea typeface="Verdana" pitchFamily="34" charset="0"/>
              </a:rPr>
              <a:t xml:space="preserve">Justificativa: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a pandemia tornou o acesso condição de participação social, e a força de uma conclusão depende do tipo de estudo que a sustenta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 b="1">
                <a:latin typeface="Verdana" pitchFamily="34" charset="0"/>
                <a:ea typeface="Verdana" pitchFamily="34" charset="0"/>
              </a:rPr>
              <a:t xml:space="preserve">Objetivo geral: 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comparar três artigos de periódicos brasileiros (2022–2024) sobre inclusão digital e impacto social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 b="1">
                <a:latin typeface="Verdana" pitchFamily="34" charset="0"/>
                <a:ea typeface="Verdana" pitchFamily="34" charset="0"/>
              </a:rPr>
              <a:t>Objetivos específicos: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45720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Avaliar o tipo de evidência de cada artigo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45720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Identificar convergências, divergências e limitações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45720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Apontar lacunas para estudos futuros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24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600" dirty="0">
                <a:effectLst/>
                <a:latin typeface="Segoe UI" panose="020B0502040204020203" pitchFamily="34" charset="0"/>
              </a:rPr>
              <a:t>Revisão narrativa, de abordagem qualitativa e natureza teórica, sem procedimentos práticos. Foram comparados três artigos de periódicos brasileiros (2022 a 2024), escolhidos por tema, sem busca sistemática. Leitura com fichamento e comparação em matriz de síntese.</a:t>
            </a: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Exclusão digital e exclusão social como consequência uma da outra – </a:t>
            </a:r>
            <a:r>
              <a:rPr lang="pt-BR" sz="1400" dirty="0" b="1">
                <a:latin typeface="Verdana" pitchFamily="34" charset="0"/>
                <a:ea typeface="Verdana" pitchFamily="34" charset="0"/>
              </a:rPr>
              <a:t>Teixeira Netto, Andrade e Romano (2022)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Tecnologia como pré-requisito para informação e políticas públicas – </a:t>
            </a:r>
            <a:r>
              <a:rPr lang="pt-BR" sz="1400" dirty="0" b="1">
                <a:latin typeface="Verdana" pitchFamily="34" charset="0"/>
                <a:ea typeface="Verdana" pitchFamily="34" charset="0"/>
              </a:rPr>
              <a:t>Bitencourt et al. (2023)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Pandemia aprofundou a exclusão digital – </a:t>
            </a:r>
            <a:r>
              <a:rPr lang="pt-BR" sz="1400" dirty="0" b="1">
                <a:latin typeface="Verdana" pitchFamily="34" charset="0"/>
                <a:ea typeface="Verdana" pitchFamily="34" charset="0"/>
              </a:rPr>
              <a:t>Cruz et al. (2024)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Ter internet em casa não basta: qualidade de aparelhos e conexão – </a:t>
            </a:r>
            <a:r>
              <a:rPr lang="pt-BR" sz="1400" dirty="0" b="1">
                <a:latin typeface="Verdana" pitchFamily="34" charset="0"/>
                <a:ea typeface="Verdana" pitchFamily="34" charset="0"/>
              </a:rPr>
              <a:t>Bitencourt et al. (2023)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Oficinas remotas e autocuidado (91% relataram ajuda), sem grupo de comparação – </a:t>
            </a:r>
            <a:r>
              <a:rPr lang="pt-BR" sz="1400" dirty="0" b="1">
                <a:latin typeface="Verdana" pitchFamily="34" charset="0"/>
                <a:ea typeface="Verdana" pitchFamily="34" charset="0"/>
              </a:rPr>
              <a:t>Teixeira Netto, Andrade e Romano (2022)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WhatsApp aproxima famílias, mas o uso excessivo afasta – </a:t>
            </a:r>
            <a:r>
              <a:rPr lang="pt-BR" sz="1400" dirty="0" b="1">
                <a:latin typeface="Verdana" pitchFamily="34" charset="0"/>
                <a:ea typeface="Verdana" pitchFamily="34" charset="0"/>
              </a:rPr>
              <a:t>Bitencourt et al. (2023)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 xml:space="preserve">Bibliometria: 4 de 90 documentos lidos em detalhe; mapeia, mas não explica causas – </a:t>
            </a:r>
            <a:r>
              <a:rPr lang="pt-BR" sz="1400" dirty="0" b="1">
                <a:latin typeface="Verdana" pitchFamily="34" charset="0"/>
                <a:ea typeface="Verdana" pitchFamily="34" charset="0"/>
              </a:rPr>
              <a:t>Cruz et al. (2024)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Falta de acesso e de estrutura dificulta a participação social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Ganhos relatados são de percepção: efeito ainda não comprovado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Tecnologia aproxima e afasta: cautela com entusiasmo e condenação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Limitações: três artigos, sem busca sistemática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Futuro: ações educativas com grupo de comparação, crianças e jovens, contextos urbano, rural e escolar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BITENCOURT, Ricardo; AMORIM, Dinani Gomes; AMORIM, Ricardo José Rocha; SANTOS, Ralliny Soares Rocha dos. Percepções dos moradores de uma comunidade rural sobre a influência das tecnologias sociais digitais no cotidiano. </a:t>
            </a:r>
            <a:r>
              <a:rPr lang="pt-BR" sz="1000" dirty="0" b="1">
                <a:latin typeface="Verdana" pitchFamily="34" charset="0"/>
                <a:ea typeface="Verdana" pitchFamily="34" charset="0"/>
              </a:rPr>
              <a:t>Revista Semiárido De Visu</a:t>
            </a:r>
            <a:r>
              <a:rPr lang="pt-BR" sz="1000" dirty="0">
                <a:latin typeface="Verdana" pitchFamily="34" charset="0"/>
                <a:ea typeface="Verdana" pitchFamily="34" charset="0"/>
              </a:rPr>
              <a:t>, Petrolina, v. 11, n. 1, p. 75-87, 2023. Disponível em: https://semiaridodevisu.ifsertaope.edu.br/index.php/rsdv/article/download/446/413. Acesso em: 14 out. 2026.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CRUZ, Cleide Ane Barbosa da; NASCIMENTO, Bruno Santos; MACHADO, Antonio Aliberte de Andrade; MENEZES, Sandro Andrade Monteiro; SANTOS, Robson Luiz. Dificuldades de inclusão digital na educação no cenário da pandemia da Covid-19: uma análise bibliométrica. </a:t>
            </a:r>
            <a:r>
              <a:rPr lang="pt-BR" sz="1000" dirty="0" b="1">
                <a:latin typeface="Verdana" pitchFamily="34" charset="0"/>
                <a:ea typeface="Verdana" pitchFamily="34" charset="0"/>
              </a:rPr>
              <a:t>Cadernos UniFOA</a:t>
            </a:r>
            <a:r>
              <a:rPr lang="pt-BR" sz="1000" dirty="0">
                <a:latin typeface="Verdana" pitchFamily="34" charset="0"/>
                <a:ea typeface="Verdana" pitchFamily="34" charset="0"/>
              </a:rPr>
              <a:t>, Volta Redonda, v. 19, n. 54, p. 1-7, 2024. DOI: https://doi.org/10.47385/cadunifoa.v19.n54.4947.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000" dirty="0">
                <a:latin typeface="Verdana" pitchFamily="34" charset="0"/>
                <a:ea typeface="Verdana" pitchFamily="34" charset="0"/>
              </a:rPr>
              <a:t xml:space="preserve">TEIXEIRA NETTO, Joaquim; ANDRADE, Zelia Pimentel; ROMANO, Mario Roberto Vieira Rabelo. Inclusão digital e literacia em saúde: uma experiência educativa em tempos de pandemia do Covid-19. </a:t>
            </a:r>
            <a:r>
              <a:rPr lang="pt-BR" sz="1000" dirty="0" b="1">
                <a:latin typeface="Verdana" pitchFamily="34" charset="0"/>
                <a:ea typeface="Verdana" pitchFamily="34" charset="0"/>
              </a:rPr>
              <a:t>Research, Society and Development</a:t>
            </a:r>
            <a:r>
              <a:rPr lang="pt-BR" sz="1000" dirty="0">
                <a:latin typeface="Verdana" pitchFamily="34" charset="0"/>
                <a:ea typeface="Verdana" pitchFamily="34" charset="0"/>
              </a:rPr>
              <a:t>, v. 11, n. 3, e11011326415, 2022. DOI: https://doi.org/10.33448/rsd-v11i3.26415.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471738"/>
            <a:ext cx="6705600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“Acesso é condição de inclusão, mas não basta sozinho”</a:t>
            </a:r>
          </a:p>
          <a:p>
            <a:pPr algn="ctr" eaLnBrk="1" hangingPunct="1"/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Obrigado!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201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Renata Costa</cp:lastModifiedBy>
  <cp:revision>20</cp:revision>
  <dcterms:created xsi:type="dcterms:W3CDTF">2021-05-14T17:32:15Z</dcterms:created>
  <dcterms:modified xsi:type="dcterms:W3CDTF">2025-05-22T21:53:16Z</dcterms:modified>
</cp:coreProperties>
</file>